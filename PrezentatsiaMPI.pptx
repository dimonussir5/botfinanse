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383D10BC.xml" ContentType="application/vnd.ms-powerpoint.comments+xml"/>
  <Override PartName="/ppt/comments/modernComment_104_63CD5EB6.xml" ContentType="application/vnd.ms-powerpoint.comments+xml"/>
  <Override PartName="/ppt/comments/modernComment_105_BCB6FC69.xml" ContentType="application/vnd.ms-powerpoint.comments+xml"/>
  <Override PartName="/ppt/comments/modernComment_107_26D0C7A8.xml" ContentType="application/vnd.ms-powerpoint.comments+xml"/>
  <Override PartName="/ppt/comments/modernComment_108_155B0619.xml" ContentType="application/vnd.ms-powerpoint.comments+xml"/>
  <Override PartName="/ppt/comments/modernComment_109_ECAEF4A1.xml" ContentType="application/vnd.ms-powerpoint.comments+xml"/>
  <Override PartName="/ppt/comments/modernComment_10A_8A486B14.xml" ContentType="application/vnd.ms-powerpoint.comments+xml"/>
  <Override PartName="/ppt/comments/modernComment_10B_69CFA51C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73" r:id="rId12"/>
    <p:sldId id="271" r:id="rId13"/>
    <p:sldId id="272" r:id="rId14"/>
    <p:sldId id="274" r:id="rId15"/>
    <p:sldId id="275" r:id="rId16"/>
    <p:sldId id="267" r:id="rId17"/>
    <p:sldId id="269" r:id="rId18"/>
    <p:sldId id="270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26287E-E362-7FD2-994F-B3DF4EBE9F4C}" name="vlad popov" initials="vp" userId="b083bf4496a2242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51"/>
  </p:normalViewPr>
  <p:slideViewPr>
    <p:cSldViewPr snapToGrid="0" snapToObjects="1">
      <p:cViewPr varScale="1">
        <p:scale>
          <a:sx n="116" d="100"/>
          <a:sy n="116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modernComment_10A_8A486B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0E2CF41-DD4B-48DB-9D94-898397DB8E2B}" authorId="{0626287E-E362-7FD2-994F-B3DF4EBE9F4C}" created="2026-06-07T18:18:27.9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20001812" sldId="266"/>
      <ac:spMk id="3" creationId="{C89067B6-4893-8D41-A95F-E275B4404B5F}"/>
      <ac:txMk cp="0" len="217">
        <ac:context len="218" hash="2223142248"/>
      </ac:txMk>
    </ac:txMkLst>
    <p188:txBody>
      <a:bodyPr/>
      <a:lstStyle/>
      <a:p>
        <a:r>
          <a:rPr lang="ru-RU"/>
          <a:t>Все на даталогию</a:t>
        </a:r>
      </a:p>
    </p188:txBody>
  </p188:cm>
  <p188:cm id="{C932EE2B-D10C-4F3A-9D93-E26CA7971C2E}" authorId="{0626287E-E362-7FD2-994F-B3DF4EBE9F4C}" created="2026-06-07T18:53:23.0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20001812" sldId="266"/>
      <ac:picMk id="8" creationId="{B71B6F66-2410-375F-AB05-0019ABAAFFED}"/>
    </ac:deMkLst>
    <p188:txBody>
      <a:bodyPr/>
      <a:lstStyle/>
      <a:p>
        <a:r>
          <a:rPr lang="ru-RU"/>
          <a:t>Референс</a:t>
        </a:r>
      </a:p>
    </p188:txBody>
  </p188:cm>
</p188:cmLst>
</file>

<file path=ppt/comments/modernComment_10B_69CFA5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119C9C-8079-4DDC-AFC0-CCBD1CC226D0}" authorId="{0626287E-E362-7FD2-994F-B3DF4EBE9F4C}" created="2026-06-07T18:21:51.7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75215900" sldId="267"/>
      <ac:spMk id="3" creationId="{FAF8D7B6-E71D-0E4B-ACAB-BE5A3057BBFE}"/>
      <ac:txMk cp="12" len="763">
        <ac:context len="777" hash="1392692023"/>
      </ac:txMk>
    </ac:txMkLst>
    <p188:pos x="9913456" y="135902"/>
    <p188:txBody>
      <a:bodyPr/>
      <a:lstStyle/>
      <a:p>
        <a:r>
          <a:rPr lang="ru-RU"/>
          <a:t>Это список требований. Что мы сделали? Что получили ? Чего добились ?</a:t>
        </a:r>
      </a:p>
    </p188:txBody>
  </p188:cm>
</p188:cmLst>
</file>

<file path=ppt/comments/modernComment_102_383D10B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9654DA-F7E6-4355-8772-4BCDB49C6B40}" authorId="{0626287E-E362-7FD2-994F-B3DF4EBE9F4C}" created="2026-06-07T18:05:29.87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43526076" sldId="258"/>
      <ac:spMk id="2" creationId="{EB4260E7-8A42-7A41-9A0F-7A37D3A32D95}"/>
      <ac:txMk cp="3" len="20">
        <ac:context len="24" hash="1657797685"/>
      </ac:txMk>
    </ac:txMkLst>
    <p188:pos x="5363919" y="474087"/>
    <p188:txBody>
      <a:bodyPr/>
      <a:lstStyle/>
      <a:p>
        <a:r>
          <a:rPr lang="ru-RU"/>
          <a:t>Добавить функциональные/нефункциональные требования</a:t>
        </a:r>
      </a:p>
    </p188:txBody>
  </p188:cm>
</p188:cmLst>
</file>

<file path=ppt/comments/modernComment_104_63CD5E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720AB1-65F4-4670-A883-4702B9B57A5C}" authorId="{0626287E-E362-7FD2-994F-B3DF4EBE9F4C}" created="2026-06-07T18:06:17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74403510" sldId="260"/>
      <ac:spMk id="3" creationId="{26F0008D-DC46-8A47-BB6B-2E1105AADF62}"/>
      <ac:txMk cp="294">
        <ac:context len="295" hash="1179792066"/>
      </ac:txMk>
    </ac:txMkLst>
    <p188:pos x="7667107" y="1366595"/>
    <p188:replyLst>
      <p188:reply id="{9EE2FF7A-02DA-4B92-B541-C5266249D4AC}" authorId="{0626287E-E362-7FD2-994F-B3DF4EBE9F4C}" created="2026-06-07T18:07:39.751">
        <p188:txBody>
          <a:bodyPr/>
          <a:lstStyle/>
          <a:p>
            <a:r>
              <a:rPr lang="ru-RU"/>
              <a:t>План работ это даталогия, ui, бэк, разбиение по дням</a:t>
            </a:r>
          </a:p>
        </p188:txBody>
      </p188:reply>
    </p188:replyLst>
    <p188:txBody>
      <a:bodyPr/>
      <a:lstStyle/>
      <a:p>
        <a:r>
          <a:rPr lang="ru-RU"/>
          <a:t>Это не план работ, это требования к По</a:t>
        </a:r>
      </a:p>
    </p188:txBody>
  </p188:cm>
</p188:cmLst>
</file>

<file path=ppt/comments/modernComment_105_BCB6FC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5B5AA0-C27E-4923-9016-D2F75C1AA0F5}" authorId="{0626287E-E362-7FD2-994F-B3DF4EBE9F4C}" created="2026-06-07T18:08:25.47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66108777" sldId="261"/>
      <ac:spMk id="3" creationId="{2234F638-BF07-2343-A55B-373A726C820F}"/>
      <ac:txMk cp="21">
        <ac:context len="188" hash="1037757980"/>
      </ac:txMk>
    </ac:txMkLst>
    <p188:pos x="3997139" y="1235584"/>
    <p188:replyLst>
      <p188:reply id="{312F1202-1550-44C2-9AC1-55A9591F29EC}" authorId="{0626287E-E362-7FD2-994F-B3DF4EBE9F4C}" created="2026-06-07T18:08:50.228">
        <p188:txBody>
          <a:bodyPr/>
          <a:lstStyle/>
          <a:p>
            <a:r>
              <a:rPr lang="ru-RU"/>
              <a:t>Написать фигму или paint для разработки ui</a:t>
            </a:r>
          </a:p>
        </p188:txBody>
      </p188:reply>
    </p188:replyLst>
    <p188:txBody>
      <a:bodyPr/>
      <a:lstStyle/>
      <a:p>
        <a:r>
          <a:rPr lang="ru-RU"/>
          <a:t>Пишем ток что по факту использовали</a:t>
        </a:r>
      </a:p>
    </p188:txBody>
  </p188:cm>
  <p188:cm id="{72CB19BB-0F6F-4E73-A5BD-3D30A5887016}" authorId="{0626287E-E362-7FD2-994F-B3DF4EBE9F4C}" created="2026-06-07T18:10:02.0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66108777" sldId="261"/>
      <ac:spMk id="3" creationId="{2234F638-BF07-2343-A55B-373A726C820F}"/>
      <ac:txMk cp="99" len="4">
        <ac:context len="188" hash="1037757980"/>
      </ac:txMk>
    </ac:txMkLst>
    <p188:pos x="5186547" y="1785599"/>
    <p188:txBody>
      <a:bodyPr/>
      <a:lstStyle/>
      <a:p>
        <a:r>
          <a:rPr lang="ru-RU"/>
          <a:t>??? Можем напиздеть, что на посгресе все сделали</a:t>
        </a:r>
      </a:p>
    </p188:txBody>
  </p188:cm>
  <p188:cm id="{829CA93A-2553-4503-9CE4-570838505A61}" authorId="{0626287E-E362-7FD2-994F-B3DF4EBE9F4C}" created="2026-06-07T18:36:48.89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66108777" sldId="261"/>
      <ac:spMk id="3" creationId="{2234F638-BF07-2343-A55B-373A726C820F}"/>
      <ac:txMk cp="150" len="37">
        <ac:context len="188" hash="1037757980"/>
      </ac:txMk>
    </ac:txMkLst>
    <p188:pos x="4244646" y="2596871"/>
    <p188:txBody>
      <a:bodyPr/>
      <a:lstStyle/>
      <a:p>
        <a:r>
          <a:rPr lang="ru-RU"/>
          <a:t>Это не средства разработки</a:t>
        </a:r>
      </a:p>
    </p188:txBody>
  </p188:cm>
</p188:cmLst>
</file>

<file path=ppt/comments/modernComment_107_26D0C7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EE7F80-2B25-4732-9BB9-9A1E64D7D26C}" authorId="{0626287E-E362-7FD2-994F-B3DF4EBE9F4C}" created="2026-06-07T18:11:09.3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51216808" sldId="263"/>
      <ac:spMk id="3" creationId="{06A6FAF8-DFC6-E14A-B2CD-116FB8575ABC}"/>
      <ac:txMk cp="0" len="127">
        <ac:context len="129" hash="2562703499"/>
      </ac:txMk>
    </ac:txMkLst>
    <p188:pos x="5680177" y="1234105"/>
    <p188:txBody>
      <a:bodyPr/>
      <a:lstStyle/>
      <a:p>
        <a:r>
          <a:rPr lang="ru-RU"/>
          <a:t>Просто вода какая-то </a:t>
        </a:r>
      </a:p>
    </p188:txBody>
  </p188:cm>
</p188:cmLst>
</file>

<file path=ppt/comments/modernComment_108_155B06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87FA7D-F1FD-4382-AA2E-162D109D418A}" authorId="{0626287E-E362-7FD2-994F-B3DF4EBE9F4C}" created="2026-06-07T18:11:35.16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8286873" sldId="264"/>
      <ac:spMk id="2" creationId="{BAB7800C-8B15-3C49-81CA-28A595D0FD84}"/>
      <ac:txMk cp="0" len="20">
        <ac:context len="21" hash="2655567640"/>
      </ac:txMk>
    </ac:txMkLst>
    <p188:pos x="6147690" y="474087"/>
    <p188:replyLst>
      <p188:reply id="{F99E1FB0-5B7C-4EA8-AC28-BB5E7AFC1EB0}" authorId="{0626287E-E362-7FD2-994F-B3DF4EBE9F4C}" created="2026-06-07T18:12:00.390">
        <p188:txBody>
          <a:bodyPr/>
          <a:lstStyle/>
          <a:p>
            <a:r>
              <a:rPr lang="ru-RU"/>
              <a:t>Должны быть диаграммы uml как минимум </a:t>
            </a:r>
          </a:p>
        </p188:txBody>
      </p188:reply>
    </p188:replyLst>
    <p188:txBody>
      <a:bodyPr/>
      <a:lstStyle/>
      <a:p>
        <a:r>
          <a:rPr lang="ru-RU"/>
          <a:t>Где ?</a:t>
        </a:r>
      </a:p>
    </p188:txBody>
  </p188:cm>
  <p188:cm id="{BE8DFBAA-73A0-43F1-8CB3-7674F12C33C6}" authorId="{0626287E-E362-7FD2-994F-B3DF4EBE9F4C}" created="2026-06-07T18:17:00.8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8286873" sldId="264"/>
      <ac:spMk id="3" creationId="{2C56852D-39F0-E740-A02A-838B4AEFDE13}"/>
      <ac:txMk cp="52" len="13">
        <ac:context len="194" hash="4011469281"/>
      </ac:txMk>
    </ac:txMkLst>
    <p188:txBody>
      <a:bodyPr/>
      <a:lstStyle/>
      <a:p>
        <a:r>
          <a:rPr lang="ru-RU"/>
          <a:t>Схема бизнес логики</a:t>
        </a:r>
      </a:p>
    </p188:txBody>
  </p188:cm>
  <p188:cm id="{E5AC7947-EB02-4AB2-935B-C14BC72B724A}" authorId="{0626287E-E362-7FD2-994F-B3DF4EBE9F4C}" created="2026-06-07T18:17:15.3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8286873" sldId="264"/>
      <ac:spMk id="3" creationId="{2C56852D-39F0-E740-A02A-838B4AEFDE13}"/>
      <ac:txMk cp="95" len="55">
        <ac:context len="194" hash="4011469281"/>
      </ac:txMk>
    </ac:txMkLst>
    <p188:txBody>
      <a:bodyPr/>
      <a:lstStyle/>
      <a:p>
        <a:r>
          <a:rPr lang="ru-RU"/>
          <a:t>даталогия</a:t>
        </a:r>
      </a:p>
    </p188:txBody>
  </p188:cm>
  <p188:cm id="{2B0A1FEF-3498-4CB4-8AC1-79441C3FB123}" authorId="{0626287E-E362-7FD2-994F-B3DF4EBE9F4C}" created="2026-06-07T18:17:38.5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8286873" sldId="264"/>
      <ac:spMk id="3" creationId="{2C56852D-39F0-E740-A02A-838B4AEFDE13}"/>
      <ac:txMk cp="151" len="27">
        <ac:context len="194" hash="4011469281"/>
      </ac:txMk>
    </ac:txMkLst>
    <p188:txBody>
      <a:bodyPr/>
      <a:lstStyle/>
      <a:p>
        <a:r>
          <a:rPr lang="ru-RU"/>
          <a:t>Ui это не архитектура. </a:t>
        </a:r>
      </a:p>
    </p188:txBody>
  </p188:cm>
</p188:cmLst>
</file>

<file path=ppt/comments/modernComment_109_ECAEF4A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129CC8-495E-4255-BE96-B56F0D72C0A3}" authorId="{0626287E-E362-7FD2-994F-B3DF4EBE9F4C}" created="2026-06-07T18:55:06.4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70888865" sldId="265"/>
      <ac:picMk id="11" creationId="{B9F1B3A0-095A-6948-A5F9-4CFD1E620619}"/>
    </ac:deMkLst>
    <p188:txBody>
      <a:bodyPr/>
      <a:lstStyle/>
      <a:p>
        <a:r>
          <a:rPr lang="ru-RU"/>
          <a:t>референс</a:t>
        </a:r>
      </a:p>
    </p188:txBody>
  </p188:cm>
  <p188:cm id="{536CBAE8-DBF1-4BB5-BD80-17ABA2BBAF2B}" authorId="{0626287E-E362-7FD2-994F-B3DF4EBE9F4C}" created="2026-06-07T19:22:08.3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70888865" sldId="265"/>
      <ac:picMk id="2052" creationId="{C5047A86-499F-C5FE-4412-E229A4D9A8F8}"/>
    </ac:deMkLst>
    <p188:txBody>
      <a:bodyPr/>
      <a:lstStyle/>
      <a:p>
        <a:r>
          <a:rPr lang="ru-RU"/>
          <a:t>Удалить установку бюджета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862D1-C50C-B04D-AA61-803271F5BAE5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98BE6-6EBE-1F48-8C07-ABCA82A4EB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98BE6-6EBE-1F48-8C07-ABCA82A4EB0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044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500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44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15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35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036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98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280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38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99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73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299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76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603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5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11C9B70-0EFE-3A45-B120-65272BF4087C}" type="datetimeFigureOut">
              <a:rPr lang="ru-RU" smtClean="0"/>
              <a:t>12.06.2026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467BADF0-401A-5341-BF99-358736A82E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386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2_383D10BC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04_63CD5EB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8/10/relationships/comments" Target="../comments/modernComment_105_BCB6FC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07_26D0C7A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8_155B061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09_ECAEF4A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0A_8A486B1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microsoft.com/office/2018/10/relationships/comments" Target="../comments/modernComment_10B_69CFA51C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3F6E7-C1CD-2D43-9C29-7B796DF2B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248971"/>
            <a:ext cx="10572000" cy="2229259"/>
          </a:xfrm>
        </p:spPr>
        <p:txBody>
          <a:bodyPr/>
          <a:lstStyle/>
          <a:p>
            <a:r>
              <a:rPr lang="ru-RU" dirty="0"/>
              <a:t>Телеграмм бот для контроля за финансами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4CC6A6-FD8E-B941-91B3-F8843704F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34" y="5280846"/>
            <a:ext cx="10572000" cy="132818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Разработчики:</a:t>
            </a:r>
            <a:endParaRPr lang="en-GB" dirty="0"/>
          </a:p>
          <a:p>
            <a:r>
              <a:rPr lang="ru-RU" dirty="0"/>
              <a:t>Тучков Дмитрий</a:t>
            </a:r>
          </a:p>
          <a:p>
            <a:r>
              <a:rPr lang="ru-RU" dirty="0"/>
              <a:t>Королевский Антон</a:t>
            </a:r>
          </a:p>
          <a:p>
            <a:r>
              <a:rPr lang="ru-RU" dirty="0"/>
              <a:t>Попов Владислав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7DB339-04CD-204B-B259-6C8D583931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27" b="39893"/>
          <a:stretch/>
        </p:blipFill>
        <p:spPr>
          <a:xfrm>
            <a:off x="7245753" y="2126538"/>
            <a:ext cx="3501880" cy="226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8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AB918-F66D-344D-A56C-30C4DBDE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E1E3E6"/>
                </a:solidFill>
                <a:effectLst/>
                <a:latin typeface="-apple-system"/>
              </a:rPr>
              <a:t>1. Цель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119772-F899-3D4D-B356-A3AE26B4E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52" y="1966456"/>
            <a:ext cx="9057801" cy="4358717"/>
          </a:xfrm>
        </p:spPr>
        <p:txBody>
          <a:bodyPr>
            <a:normAutofit/>
          </a:bodyPr>
          <a:lstStyle/>
          <a:p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Цель: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Повышение финансовой грамотности пользователей через упрощение и автоматизацию контроля личных финансов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;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Идея: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Лёгкий доступ к учёту доходов/расходов, бюджетированию и аналитике с любого устройства.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CA730F-F42A-D440-8E4C-D22240723A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398" b="50000"/>
          <a:stretch/>
        </p:blipFill>
        <p:spPr>
          <a:xfrm>
            <a:off x="9381089" y="3429000"/>
            <a:ext cx="2600959" cy="3429000"/>
          </a:xfrm>
          <a:prstGeom prst="rect">
            <a:avLst/>
          </a:prstGeom>
        </p:spPr>
      </p:pic>
      <p:pic>
        <p:nvPicPr>
          <p:cNvPr id="2050" name="Picture 2" descr="Цели по смарт примеры">
            <a:extLst>
              <a:ext uri="{FF2B5EF4-FFF2-40B4-BE49-F238E27FC236}">
                <a16:creationId xmlns:a16="http://schemas.microsoft.com/office/drawing/2014/main" id="{DCF7FF75-82B4-C846-A444-7039F7797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566" y="252776"/>
            <a:ext cx="1767217" cy="161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543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4260E7-8A42-7A41-9A0F-7A37D3A3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E1E3E6"/>
                </a:solidFill>
                <a:effectLst/>
                <a:latin typeface="-apple-system"/>
              </a:rPr>
              <a:t>2. Требования к системе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315664-A676-2C44-A35E-13178219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6427"/>
            <a:ext cx="10554574" cy="496012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Учет расходов/доходов</a:t>
            </a: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Категоризация трат и доходов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Формирование отчётов за день, месяц, год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Экспорт отчётов в </a:t>
            </a:r>
            <a:r>
              <a:rPr lang="en-GB" dirty="0">
                <a:solidFill>
                  <a:srgbClr val="F9FAFB"/>
                </a:solidFill>
                <a:latin typeface="quote-cjk-patch"/>
              </a:rPr>
              <a:t>TXT, CSV, XLSX, PDF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Управление категориями и бюджетами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Редактирование записей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B71F18-7BDA-DE44-8C65-62C9DB810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-170233"/>
            <a:ext cx="2205292" cy="220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260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731A0-9079-0F42-B176-8F63F4AA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E1E3E6"/>
                </a:solidFill>
                <a:effectLst/>
                <a:latin typeface="-apple-system"/>
              </a:rPr>
              <a:t>Команда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BCC98-2AB6-7D42-BDE0-A30262EE2CCE}"/>
              </a:ext>
            </a:extLst>
          </p:cNvPr>
          <p:cNvSpPr txBox="1"/>
          <p:nvPr/>
        </p:nvSpPr>
        <p:spPr>
          <a:xfrm>
            <a:off x="266218" y="5657671"/>
            <a:ext cx="290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Тучков Дмитрий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2EADB-7787-BB4F-83CF-296BA7E6D1BF}"/>
              </a:ext>
            </a:extLst>
          </p:cNvPr>
          <p:cNvSpPr txBox="1"/>
          <p:nvPr/>
        </p:nvSpPr>
        <p:spPr>
          <a:xfrm>
            <a:off x="4973254" y="5764481"/>
            <a:ext cx="2360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Владислав Попов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C2FD39-EB6D-FB44-9394-BFA92A3AE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497" y="2428859"/>
            <a:ext cx="2548163" cy="31370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BDBD70-D318-2440-BE20-38E8D4231A4F}"/>
              </a:ext>
            </a:extLst>
          </p:cNvPr>
          <p:cNvSpPr txBox="1"/>
          <p:nvPr/>
        </p:nvSpPr>
        <p:spPr>
          <a:xfrm>
            <a:off x="9099496" y="5764481"/>
            <a:ext cx="2718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Антон Королевский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FA535C9-E3A7-9C46-963D-B344442DE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988" y="396619"/>
            <a:ext cx="1225880" cy="1358578"/>
          </a:xfrm>
          <a:prstGeom prst="rect">
            <a:avLst/>
          </a:prstGeom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6A8B9385-3133-874D-A845-8FEF77C00E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0" t="15558" r="18964"/>
          <a:stretch/>
        </p:blipFill>
        <p:spPr bwMode="auto">
          <a:xfrm>
            <a:off x="266218" y="2490150"/>
            <a:ext cx="2918724" cy="307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59914F8-F740-3C57-FFC4-E08C4DC8B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055" y="2490150"/>
            <a:ext cx="2767064" cy="307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64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883632-019A-1D48-99D2-88D4612F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E1E3E6"/>
                </a:solidFill>
                <a:effectLst/>
                <a:latin typeface="-apple-system"/>
              </a:rPr>
              <a:t>4. План работ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F0008D-DC46-8A47-BB6B-2E1105AAD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527859"/>
            <a:ext cx="10554574" cy="5228480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Обсуждение идеи проекта – 1 неделя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;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Обсуждение функциональных и нефункциональных требований – 1 неделя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;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Выбор Инструментов разработки – 1 неделя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;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Разработка 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UI – </a:t>
            </a:r>
            <a:r>
              <a:rPr lang="ru-RU" dirty="0">
                <a:solidFill>
                  <a:srgbClr val="F9FAFB"/>
                </a:solidFill>
                <a:latin typeface="quote-cjk-patch"/>
              </a:rPr>
              <a:t>1.5 недели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;</a:t>
            </a: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Разработка БД – 3 дня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;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Разработка серверной части – 4 недели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;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Тестирование – 1 неделя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;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Формирования отчета – 1.5 недели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495031-E190-F74F-83B9-1127BF53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703" y="2048719"/>
            <a:ext cx="3923669" cy="407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035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BC275-A0B3-1547-8226-EB34A1B0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E1E3E6"/>
                </a:solidFill>
                <a:effectLst/>
                <a:latin typeface="-apple-system"/>
              </a:rPr>
              <a:t>5. Инструменты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34F638-BF07-2343-A55B-373A726C8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15" y="1610744"/>
            <a:ext cx="10554574" cy="3636511"/>
          </a:xfrm>
        </p:spPr>
        <p:txBody>
          <a:bodyPr/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Языки: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Python 3.14+, </a:t>
            </a:r>
          </a:p>
          <a:p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(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 ТЗ, фактически бот на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Python)</a:t>
            </a:r>
          </a:p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СУБД: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SQLite (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текущая) →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PostgreSQL 18.0+ (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цель)</a:t>
            </a:r>
          </a:p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Библиотека: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python-telegram-bot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telegram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api</a:t>
            </a:r>
            <a:endParaRPr lang="en-GB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Форматы экспорта: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TXT, CSV, XLSX, PDF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5FD12E-5F34-D147-944A-79D9C0C24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585" y="2043285"/>
            <a:ext cx="2771428" cy="277142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FFD8F2-C347-E64C-9A06-BAE8D56DE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733" y="4378106"/>
            <a:ext cx="3904527" cy="173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087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D9E5F-B456-674B-983A-84FBC54A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 рабочего процесса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A6FAF8-DFC6-E14A-B2CD-116FB8575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261588"/>
            <a:ext cx="10554574" cy="3636511"/>
          </a:xfrm>
        </p:spPr>
        <p:txBody>
          <a:bodyPr/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Разделение задач по функциональным требованиям</a:t>
            </a:r>
          </a:p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Интеграционное тестирование всеми участниками</a:t>
            </a:r>
          </a:p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Регулярный обмен готовыми модулями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0260E4-6B56-CD47-832D-E3E9D7557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81" y="2533293"/>
            <a:ext cx="5712735" cy="387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168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800C-8B15-3C49-81CA-28A595D0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8896A84-0E5E-B0CD-6834-DB768FE245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8" t="31405" r="27026" b="25074"/>
          <a:stretch/>
        </p:blipFill>
        <p:spPr>
          <a:xfrm>
            <a:off x="700087" y="2406201"/>
            <a:ext cx="10922793" cy="362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68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E8D7C-0697-6648-B90B-A7F2302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7" y="0"/>
            <a:ext cx="14523226" cy="664368"/>
          </a:xfrm>
        </p:spPr>
        <p:txBody>
          <a:bodyPr/>
          <a:lstStyle/>
          <a:p>
            <a:r>
              <a:rPr lang="ru-RU" dirty="0"/>
              <a:t>Архитектура системы 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(</a:t>
            </a:r>
            <a:r>
              <a:rPr lang="ru-RU" dirty="0">
                <a:solidFill>
                  <a:srgbClr val="F9FAFB"/>
                </a:solidFill>
                <a:latin typeface="quote-cjk-patch"/>
              </a:rPr>
              <a:t>с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хема взаимодействия)</a:t>
            </a:r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CE6652E-5D06-28E1-7941-7BDC778F3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87" y="664368"/>
            <a:ext cx="12099113" cy="619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888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28ED9-8A84-4B4A-9931-221AEA5C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42" y="447187"/>
            <a:ext cx="3813858" cy="1531631"/>
          </a:xfrm>
        </p:spPr>
        <p:txBody>
          <a:bodyPr/>
          <a:lstStyle/>
          <a:p>
            <a:r>
              <a:rPr lang="ru-RU" dirty="0"/>
              <a:t>Архитектура БД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E3644C18-6720-DBD7-A790-7EEBD7F005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071" y="627613"/>
            <a:ext cx="3056804" cy="305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50F0C9A-5565-C264-84E9-408F202A1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692" y="157155"/>
            <a:ext cx="8151019" cy="654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018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19AC5-04A9-F30A-E0E8-E9E82AD30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298D6-062E-6CB7-9613-92EB7071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89314"/>
            <a:ext cx="10571998" cy="970450"/>
          </a:xfrm>
        </p:spPr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1D5683-3F91-9A5E-68FE-52DFF5E56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9" y="2446483"/>
            <a:ext cx="3947334" cy="328298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E4FF29-1582-210A-6A98-E7BF56610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730" y="2446483"/>
            <a:ext cx="3603278" cy="328298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3A797C-DFB4-0BFD-19E0-FBB832C49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855" y="2446483"/>
            <a:ext cx="2950584" cy="328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2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465EE-3F7B-4D4C-A8DB-A0F87314F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89314"/>
            <a:ext cx="10571998" cy="970450"/>
          </a:xfrm>
        </p:spPr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58D2419-370B-243F-D1C0-6200E4401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59" y="2392564"/>
            <a:ext cx="5200650" cy="407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0B23E16-D9CE-00E4-7851-F1A281D1B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92564"/>
            <a:ext cx="5023241" cy="407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012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5699A-C098-084D-AA2F-AEF4295C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5EF9E7-2401-4B43-B385-1675C39CF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4" y="2226197"/>
            <a:ext cx="5719947" cy="26575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A5C6F9-7BE1-7B4B-A1E9-823588240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41222"/>
            <a:ext cx="5680216" cy="254257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84B618-5ED4-4240-AE4A-A8AC8FD58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394" y="5094809"/>
            <a:ext cx="6558586" cy="126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28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09B2-18C1-79A9-1BEC-2A75C86C4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3E837-713C-2A9A-BD3B-52987ECC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508A22-26B7-F93E-9876-09F25FC8A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259" y="1892135"/>
            <a:ext cx="2426928" cy="473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DAC54ED-B25F-D85D-79DC-3C7814FBA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602" y="1896265"/>
            <a:ext cx="2434608" cy="473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E4EB1A6E-5400-EAAE-5D88-A312DBEBB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763" y="1892135"/>
            <a:ext cx="2167690" cy="474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0E3C0EB3-1C15-DF0A-11C8-AEA32A6FC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336" y="1896265"/>
            <a:ext cx="2700278" cy="474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27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58663-FD7F-9025-BA76-5BDF8EC27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FE6A9-5287-46AA-11F0-EE231B63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6EB79E8-471C-2F05-2B93-D809E10E0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39" y="1927476"/>
            <a:ext cx="2937856" cy="465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67A8D7E-D3AF-03CC-9728-86C4B44CE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063" y="1927476"/>
            <a:ext cx="2397262" cy="465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D562EA2-7E01-1C25-523D-816CD2957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493" y="1888122"/>
            <a:ext cx="2397262" cy="4690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71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555BE-8AA4-4F49-9B39-1F8F2ACA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проделанной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F8D7B6-E71D-0E4B-ACAB-BE5A3057B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282685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Добавление доходов/расходов одной строкой, выбор категории, показ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ID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транзакции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Отчёты за день (с выбором дня), месяц (таблица по категориям), год (список таблиц)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Экспорт подробного отчёта в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TXT, CSV, XLSX, PDF (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структура из двух таблиц)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Создание, удаление, переименование категорий (кроме «Общей»)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Установка бюджета на категорию: текущий месяц, следующий месяц, весь год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Редактирование транзакций: тип, категория, сумма, комментарий; удаление с подтверждением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Русский/английский интерфейс, переключение по кнопке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Главное меню с кнопками, количество кликов ≤4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Аутентификация через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Telegram API</a:t>
            </a:r>
          </a:p>
          <a:p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Реализовали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Хранение данных в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SQLite (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возможность перехода на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PostgreSQL)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55FAE2-0EC2-624B-9C63-9C75721EE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803" y="1"/>
            <a:ext cx="1946957" cy="186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159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F68D3-04CB-DF4F-B7AD-2873C514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Сложности и их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FFF9CA-1B1F-0745-9482-2FCE0B662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19" y="2428290"/>
            <a:ext cx="10554574" cy="363651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Проблема</a:t>
            </a:r>
            <a: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переносы совещаний из-за командировок участников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Решение</a:t>
            </a:r>
            <a:r>
              <a:rPr lang="ru-RU" b="0" i="1" dirty="0">
                <a:solidFill>
                  <a:srgbClr val="F9FAFB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установили более сжатые сроки на разработку отдельных функций, что позволило наверстать отставание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9FAFB"/>
                </a:solidFill>
                <a:latin typeface="quote-cjk-patch"/>
              </a:rPr>
              <a:t>Проблема</a:t>
            </a:r>
            <a:r>
              <a:rPr lang="ru-RU" i="1" dirty="0">
                <a:solidFill>
                  <a:srgbClr val="F9FAFB"/>
                </a:solidFill>
                <a:latin typeface="quote-cjk-patch"/>
              </a:rPr>
              <a:t>:</a:t>
            </a:r>
            <a:r>
              <a:rPr lang="ru-RU" dirty="0">
                <a:solidFill>
                  <a:srgbClr val="F9FAFB"/>
                </a:solidFill>
                <a:latin typeface="quote-cjk-patch"/>
              </a:rPr>
              <a:t> Блокировка телеграма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Решение: перенос бота в макс.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9FAFB"/>
                </a:solidFill>
                <a:latin typeface="quote-cjk-patch"/>
              </a:rPr>
              <a:t>Проблема</a:t>
            </a:r>
            <a:r>
              <a:rPr lang="ru-RU" i="1" dirty="0">
                <a:solidFill>
                  <a:srgbClr val="F9FAFB"/>
                </a:solidFill>
                <a:latin typeface="quote-cjk-patch"/>
              </a:rPr>
              <a:t>:</a:t>
            </a:r>
            <a:r>
              <a:rPr lang="ru-RU" dirty="0">
                <a:solidFill>
                  <a:srgbClr val="F9FAFB"/>
                </a:solidFill>
                <a:latin typeface="quote-cjk-patch"/>
              </a:rPr>
              <a:t> В макс нет </a:t>
            </a:r>
            <a:r>
              <a:rPr lang="ru-RU" dirty="0" err="1">
                <a:solidFill>
                  <a:srgbClr val="F9FAFB"/>
                </a:solidFill>
                <a:latin typeface="quote-cjk-patch"/>
              </a:rPr>
              <a:t>апи</a:t>
            </a:r>
            <a:r>
              <a:rPr lang="ru-RU" dirty="0">
                <a:solidFill>
                  <a:srgbClr val="F9FAFB"/>
                </a:solidFill>
                <a:latin typeface="quote-cjk-patch"/>
              </a:rPr>
              <a:t> для ботов</a:t>
            </a:r>
            <a:endParaRPr lang="en-US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Решение: перенос бота в </a:t>
            </a:r>
            <a:r>
              <a:rPr lang="ru-RU" dirty="0" err="1">
                <a:solidFill>
                  <a:srgbClr val="F9FAFB"/>
                </a:solidFill>
                <a:latin typeface="quote-cjk-patch"/>
              </a:rPr>
              <a:t>вк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ADF475-BC60-DC46-9D95-05781F74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063" y="3325661"/>
            <a:ext cx="3947448" cy="325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76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0B005-ED2E-F046-AB51-B8FF6E3F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Дальнейшая судьба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480327-41B5-504B-A433-0A84CEBAE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540" y="1307887"/>
            <a:ext cx="10554574" cy="363651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Отдельные балансы для личных и бизнес-трат, проектов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Интеграция с банковскими </a:t>
            </a:r>
            <a:r>
              <a:rPr lang="en-GB" b="0" i="0" dirty="0">
                <a:solidFill>
                  <a:srgbClr val="F9FAFB"/>
                </a:solidFill>
                <a:effectLst/>
                <a:latin typeface="quote-cjk-patch"/>
              </a:rPr>
              <a:t>API (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импорт выписок)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A71994-8D8F-3941-A4F2-CE5005E42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62" y="2009493"/>
            <a:ext cx="4920515" cy="419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49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C1062-8048-474D-9DA0-E0FE4ADD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по результатам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BBC1ED-55F3-E548-B71D-AE5517119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319462"/>
            <a:ext cx="10554574" cy="363651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Полностью выполнены все ключевые функции продукта в срок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Удалось соблюсти ограничение по кликам (≤4) и времени выполнения задач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Интерфейс понятен, две локализации работают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Команда эффективно взаимодействовала онлайн, несмотря на удалённую работу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D3AFF5-B56B-4843-974F-6CF2F7969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764" y="3990632"/>
            <a:ext cx="4332789" cy="224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56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{304AB3E5-9C4E-8445-9A53-582548F0E202}tf10001121</Template>
  <TotalTime>223</TotalTime>
  <Words>475</Words>
  <Application>Microsoft Office PowerPoint</Application>
  <PresentationFormat>Широкоэкранный</PresentationFormat>
  <Paragraphs>74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-apple-system</vt:lpstr>
      <vt:lpstr>Arial</vt:lpstr>
      <vt:lpstr>Calibri</vt:lpstr>
      <vt:lpstr>Century Gothic</vt:lpstr>
      <vt:lpstr>quote-cjk-patch</vt:lpstr>
      <vt:lpstr>Wingdings 2</vt:lpstr>
      <vt:lpstr>Цитаты</vt:lpstr>
      <vt:lpstr>Телеграмм бот для контроля за финансами</vt:lpstr>
      <vt:lpstr>1. Цель проекта</vt:lpstr>
      <vt:lpstr>2. Требования к системе</vt:lpstr>
      <vt:lpstr>Команда</vt:lpstr>
      <vt:lpstr>4. План работ</vt:lpstr>
      <vt:lpstr>5. Инструменты разработки</vt:lpstr>
      <vt:lpstr>Организация рабочего процесса</vt:lpstr>
      <vt:lpstr>Архитектура системы </vt:lpstr>
      <vt:lpstr>Архитектура системы (схема взаимодействия)</vt:lpstr>
      <vt:lpstr>Архитектура БД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Результаты проделанной работы</vt:lpstr>
      <vt:lpstr>Сложности и их решения</vt:lpstr>
      <vt:lpstr>Дальнейшая судьба проекта</vt:lpstr>
      <vt:lpstr>Выводы по результатам работы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Телеграмм бот для контроля за финансами</dc:title>
  <dc:creator>Microsoft Office User</dc:creator>
  <cp:lastModifiedBy>vlad popov</cp:lastModifiedBy>
  <cp:revision>15</cp:revision>
  <dcterms:created xsi:type="dcterms:W3CDTF">2026-06-06T19:51:51Z</dcterms:created>
  <dcterms:modified xsi:type="dcterms:W3CDTF">2026-06-12T09:31:24Z</dcterms:modified>
</cp:coreProperties>
</file>